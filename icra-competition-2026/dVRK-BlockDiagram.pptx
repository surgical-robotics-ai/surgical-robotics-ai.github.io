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045C-4930-79FC-FA74-ACB3349B4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B7540-2CCB-56C1-1406-335A87966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C20BD-F213-ED3D-2943-37E868B1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A329-FE88-716C-9063-79B0C51F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588CB-DDF0-6376-974D-AE09CBF2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1D2F-438F-63E8-1D14-9AD34D6A8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9A20-5784-0EEE-13C9-0387CBA5E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60BC2-3269-4A5F-8833-5438B582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5F6CA-0F14-F764-B84A-5156BCE5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186A-B966-3EA8-C2DF-D4D5E050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6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CE64-BFE8-1494-883A-866DBF214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F1E73-32CF-72CC-BE9B-8B9EACA11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FDB49-C736-C5DC-ACDA-0E4DE21F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66D79-6E6F-5288-CCF4-8360046C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15DE6-8AFA-9212-3D89-85D5F3D3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0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A788-81A9-4F53-230E-C1D4E8B7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E6F3-9123-EAB3-6A55-BEC6D1DD5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0A7DF-0E1E-9524-8803-4A79A68C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28C3C-2E83-AD2E-4A1A-43D3DFEC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7C6B5-8EFB-6879-7FD1-DC25F592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6259B-840B-E992-AFE9-685D7BC8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CDCB-0306-422E-701B-B5D383F3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E0FE6-5842-7FD3-F764-F3446D608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12B08-37DF-0216-FBC7-62B5E4CE6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27535-7371-3BBD-B589-15E824BC9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BBD05-1E12-A70E-07AC-78F8B0E86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F6B98-6898-2229-D154-C26058D9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75533-BFD4-5E7A-B536-AFC0D53DA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989A52-E263-F1E9-AE9F-09260E19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2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05AD-CEFE-1BDC-DAC5-D8DB03FD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168AA-BFB9-4B54-3B58-26FAC5D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14742-ABEE-C262-F50A-81ACF83E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701AD-ACB6-62C4-3CC4-5E6DE3DA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F4330-FB52-0D35-81BF-2C8554EF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82CAF-20D8-303D-216F-42241745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D78E-5667-3E6C-3D10-C337B1F3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00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F0A3-F49B-4AE6-88C6-7453B959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8322E-C1F6-99C0-06B2-6ECD7BC33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84638-5BF9-F394-5739-0D6DA184A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C8A35-9D1D-6C7F-AEEB-6AB3C7E6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B42B8-4CB9-376D-3754-AF3DB214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AD12D-F4A8-311E-2AC8-389D47BF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3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BEF6-47A6-ADD1-5BB4-B712C32F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FE1C9-6F0B-C5A8-65B9-C7FF88854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6F09E-EDFA-013D-EED8-E3946DAA0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E1A9-B4C7-8D4C-FE83-1C646474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71C19-DF4A-9339-0C61-41D41591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759E9-E80B-2558-EFEB-1605014C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2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3381-9909-BDF4-4A98-265E3520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696E9-22B7-BE0C-2887-8617D76C8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FDE86-FC94-DD42-062F-9CB7A11A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C96F5-1176-A18A-ADCC-3C72CA01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B8216-F7F7-A590-E5B7-BC7124F7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0752C-7B36-DE2E-2215-360C6F6CF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94D8F-9617-2358-04B8-8492A7A6B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0915F-DA0E-2CAB-4099-9045FF7C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1F4AB-ED19-ADD6-FA39-7F802647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FEAA3-133E-7BE3-8B38-2D299247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7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D4C57-D733-5B5A-E20A-3219803B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8A17F-5174-C97E-C7A5-4B50A76EB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E8BD9-09A0-74A7-15C5-9B7B217E4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09DB4-F069-440A-9937-A8B95F6212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3666-BAF9-1B24-4476-5ED55B8C9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451B3-1448-DB19-9019-579C40B7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C2C1C-4E28-4D6C-B79A-69597ACC4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C51EAA-D759-8397-E367-3D69D87CC124}"/>
              </a:ext>
            </a:extLst>
          </p:cNvPr>
          <p:cNvSpPr/>
          <p:nvPr/>
        </p:nvSpPr>
        <p:spPr>
          <a:xfrm>
            <a:off x="3722493" y="3881095"/>
            <a:ext cx="1381125" cy="633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dVRK PC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F8C230-9A6C-8CF5-5444-58BD4DD4C245}"/>
              </a:ext>
            </a:extLst>
          </p:cNvPr>
          <p:cNvSpPr/>
          <p:nvPr/>
        </p:nvSpPr>
        <p:spPr>
          <a:xfrm>
            <a:off x="7425592" y="3909082"/>
            <a:ext cx="843223" cy="633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USB-to-Eth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B40F8B-CF80-D41A-50B7-1E2A6C8B6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70" y="1321475"/>
            <a:ext cx="1314448" cy="929179"/>
          </a:xfrm>
          <a:prstGeom prst="rect">
            <a:avLst/>
          </a:prstGeom>
        </p:spPr>
      </p:pic>
      <p:pic>
        <p:nvPicPr>
          <p:cNvPr id="24" name="Picture 23" descr="A machine with a black background&#10;&#10;Description automatically generated">
            <a:extLst>
              <a:ext uri="{FF2B5EF4-FFF2-40B4-BE49-F238E27FC236}">
                <a16:creationId xmlns:a16="http://schemas.microsoft.com/office/drawing/2014/main" id="{59B35692-66E8-F5E6-3F86-1E8B04F32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07" y="525019"/>
            <a:ext cx="2298503" cy="1988206"/>
          </a:xfrm>
          <a:prstGeom prst="rect">
            <a:avLst/>
          </a:prstGeom>
        </p:spPr>
      </p:pic>
      <p:pic>
        <p:nvPicPr>
          <p:cNvPr id="25" name="Picture 24" descr="A machine with a black background&#10;&#10;Description automatically generated">
            <a:extLst>
              <a:ext uri="{FF2B5EF4-FFF2-40B4-BE49-F238E27FC236}">
                <a16:creationId xmlns:a16="http://schemas.microsoft.com/office/drawing/2014/main" id="{FE8AECFE-4E62-7166-D909-27A0FB685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7491" y="525019"/>
            <a:ext cx="2298503" cy="19882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EF5C870-0D20-63E4-0AAE-2C68960BB409}"/>
              </a:ext>
            </a:extLst>
          </p:cNvPr>
          <p:cNvSpPr txBox="1"/>
          <p:nvPr/>
        </p:nvSpPr>
        <p:spPr>
          <a:xfrm>
            <a:off x="1476375" y="762000"/>
            <a:ext cx="89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PSM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ECEF88-0D32-1071-DFCD-A3A9505415B1}"/>
              </a:ext>
            </a:extLst>
          </p:cNvPr>
          <p:cNvSpPr txBox="1"/>
          <p:nvPr/>
        </p:nvSpPr>
        <p:spPr>
          <a:xfrm>
            <a:off x="4452478" y="762000"/>
            <a:ext cx="89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PSM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EA0BF7-EA5C-6E77-F666-E42D6C1248F1}"/>
              </a:ext>
            </a:extLst>
          </p:cNvPr>
          <p:cNvSpPr txBox="1"/>
          <p:nvPr/>
        </p:nvSpPr>
        <p:spPr>
          <a:xfrm>
            <a:off x="6942463" y="525019"/>
            <a:ext cx="1657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OAK-D-SR </a:t>
            </a:r>
          </a:p>
          <a:p>
            <a:r>
              <a:rPr lang="en-US" dirty="0"/>
              <a:t>stereo camera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147482-91F0-B923-3878-08788025E0EB}"/>
              </a:ext>
            </a:extLst>
          </p:cNvPr>
          <p:cNvSpPr/>
          <p:nvPr/>
        </p:nvSpPr>
        <p:spPr>
          <a:xfrm>
            <a:off x="1248928" y="2767686"/>
            <a:ext cx="1381125" cy="633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dVRK Controller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7D1F6A-2E9B-804D-4A00-4D4D5E3CE8DD}"/>
              </a:ext>
            </a:extLst>
          </p:cNvPr>
          <p:cNvSpPr/>
          <p:nvPr/>
        </p:nvSpPr>
        <p:spPr>
          <a:xfrm>
            <a:off x="4700590" y="2762781"/>
            <a:ext cx="1381125" cy="633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dVRK Controller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71B7963-262B-77BC-4447-363B9EE18A53}"/>
              </a:ext>
            </a:extLst>
          </p:cNvPr>
          <p:cNvCxnSpPr>
            <a:cxnSpLocks/>
          </p:cNvCxnSpPr>
          <p:nvPr/>
        </p:nvCxnSpPr>
        <p:spPr>
          <a:xfrm flipH="1">
            <a:off x="1407042" y="2513225"/>
            <a:ext cx="1" cy="254461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2FEFD85-C904-5BA0-A24C-4FC8F4E91469}"/>
              </a:ext>
            </a:extLst>
          </p:cNvPr>
          <p:cNvCxnSpPr>
            <a:cxnSpLocks/>
          </p:cNvCxnSpPr>
          <p:nvPr/>
        </p:nvCxnSpPr>
        <p:spPr>
          <a:xfrm flipH="1">
            <a:off x="5895468" y="2490305"/>
            <a:ext cx="1" cy="254461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670449F4-8340-D5F8-7FF7-00764EE30A1F}"/>
              </a:ext>
            </a:extLst>
          </p:cNvPr>
          <p:cNvCxnSpPr>
            <a:cxnSpLocks/>
            <a:stCxn id="7" idx="0"/>
            <a:endCxn id="103" idx="2"/>
          </p:cNvCxnSpPr>
          <p:nvPr/>
        </p:nvCxnSpPr>
        <p:spPr>
          <a:xfrm rot="5400000" flipH="1" flipV="1">
            <a:off x="4214631" y="3400566"/>
            <a:ext cx="678955" cy="282105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4AD3F38-9587-147C-C0E1-01D9B14CAA1A}"/>
              </a:ext>
            </a:extLst>
          </p:cNvPr>
          <p:cNvSpPr/>
          <p:nvPr/>
        </p:nvSpPr>
        <p:spPr>
          <a:xfrm>
            <a:off x="7156641" y="2725055"/>
            <a:ext cx="1381125" cy="633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Video PC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156A0F-5BD4-72B9-E75A-11CCEC3A0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11987" y="1131332"/>
            <a:ext cx="1766571" cy="176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397BFE1-0727-E398-8B16-4A5B21B4E59B}"/>
              </a:ext>
            </a:extLst>
          </p:cNvPr>
          <p:cNvSpPr txBox="1"/>
          <p:nvPr/>
        </p:nvSpPr>
        <p:spPr>
          <a:xfrm>
            <a:off x="9787628" y="582982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 3 HMD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9AD9524-4D1C-93B9-5F24-EC2246CB66D8}"/>
              </a:ext>
            </a:extLst>
          </p:cNvPr>
          <p:cNvCxnSpPr>
            <a:stCxn id="59" idx="0"/>
            <a:endCxn id="23" idx="2"/>
          </p:cNvCxnSpPr>
          <p:nvPr/>
        </p:nvCxnSpPr>
        <p:spPr>
          <a:xfrm flipV="1">
            <a:off x="7847204" y="2250654"/>
            <a:ext cx="2590" cy="4744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9725D40-96CE-766F-7FD3-6918D1276955}"/>
              </a:ext>
            </a:extLst>
          </p:cNvPr>
          <p:cNvSpPr txBox="1"/>
          <p:nvPr/>
        </p:nvSpPr>
        <p:spPr>
          <a:xfrm>
            <a:off x="7847203" y="2312554"/>
            <a:ext cx="845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USB-C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31B1AF-6B97-5EE6-72FB-A5987A454FDA}"/>
              </a:ext>
            </a:extLst>
          </p:cNvPr>
          <p:cNvSpPr txBox="1"/>
          <p:nvPr/>
        </p:nvSpPr>
        <p:spPr>
          <a:xfrm>
            <a:off x="7827826" y="3494610"/>
            <a:ext cx="978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Ethernet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C42177C-EEED-A0DD-928A-B0453EC65B3E}"/>
              </a:ext>
            </a:extLst>
          </p:cNvPr>
          <p:cNvCxnSpPr>
            <a:cxnSpLocks/>
            <a:stCxn id="18" idx="0"/>
            <a:endCxn id="59" idx="2"/>
          </p:cNvCxnSpPr>
          <p:nvPr/>
        </p:nvCxnSpPr>
        <p:spPr>
          <a:xfrm flipV="1">
            <a:off x="7847204" y="3358763"/>
            <a:ext cx="0" cy="5503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EAFBD6F-38A6-2775-8601-E41252BFD924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>
            <a:off x="8222207" y="1832674"/>
            <a:ext cx="2439870" cy="234665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EE22ADE-A1DA-C1D8-E7E9-21DAAF0EDEA6}"/>
              </a:ext>
            </a:extLst>
          </p:cNvPr>
          <p:cNvSpPr txBox="1"/>
          <p:nvPr/>
        </p:nvSpPr>
        <p:spPr>
          <a:xfrm>
            <a:off x="9364841" y="3887382"/>
            <a:ext cx="845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USB-C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E2181AF-D008-1FF2-44C3-B13FEC0362B6}"/>
              </a:ext>
            </a:extLst>
          </p:cNvPr>
          <p:cNvSpPr/>
          <p:nvPr/>
        </p:nvSpPr>
        <p:spPr>
          <a:xfrm>
            <a:off x="6369995" y="3909082"/>
            <a:ext cx="843223" cy="633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USB-to-Eth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5589B5FD-E3DC-9817-0F0E-F2E29EACE785}"/>
              </a:ext>
            </a:extLst>
          </p:cNvPr>
          <p:cNvCxnSpPr>
            <a:cxnSpLocks/>
            <a:stCxn id="59" idx="1"/>
            <a:endCxn id="77" idx="0"/>
          </p:cNvCxnSpPr>
          <p:nvPr/>
        </p:nvCxnSpPr>
        <p:spPr>
          <a:xfrm rot="10800000" flipV="1">
            <a:off x="6791607" y="3041908"/>
            <a:ext cx="365034" cy="867173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A26848D6-75B3-41CC-0186-8A8307CBF5D1}"/>
              </a:ext>
            </a:extLst>
          </p:cNvPr>
          <p:cNvSpPr/>
          <p:nvPr/>
        </p:nvSpPr>
        <p:spPr>
          <a:xfrm>
            <a:off x="4875543" y="5106808"/>
            <a:ext cx="1381125" cy="633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Ethernet switch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395CE4-78F6-C308-B3D0-504BFD04FE62}"/>
              </a:ext>
            </a:extLst>
          </p:cNvPr>
          <p:cNvSpPr txBox="1"/>
          <p:nvPr/>
        </p:nvSpPr>
        <p:spPr>
          <a:xfrm>
            <a:off x="6378063" y="3420349"/>
            <a:ext cx="84557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USB-C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CD0C967-D6EF-8848-540C-E3801EE5D94F}"/>
              </a:ext>
            </a:extLst>
          </p:cNvPr>
          <p:cNvSpPr/>
          <p:nvPr/>
        </p:nvSpPr>
        <p:spPr>
          <a:xfrm>
            <a:off x="2341368" y="5106808"/>
            <a:ext cx="1381125" cy="633708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Competitor PC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3BD552F-3582-1FE1-4A91-6763D3DB9219}"/>
              </a:ext>
            </a:extLst>
          </p:cNvPr>
          <p:cNvCxnSpPr>
            <a:cxnSpLocks/>
            <a:stCxn id="7" idx="3"/>
            <a:endCxn id="81" idx="0"/>
          </p:cNvCxnSpPr>
          <p:nvPr/>
        </p:nvCxnSpPr>
        <p:spPr>
          <a:xfrm>
            <a:off x="5103618" y="4197949"/>
            <a:ext cx="462488" cy="908859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249D0C30-23D6-7EFD-0772-21CE0FA63386}"/>
              </a:ext>
            </a:extLst>
          </p:cNvPr>
          <p:cNvCxnSpPr>
            <a:cxnSpLocks/>
            <a:stCxn id="87" idx="0"/>
            <a:endCxn id="99" idx="0"/>
          </p:cNvCxnSpPr>
          <p:nvPr/>
        </p:nvCxnSpPr>
        <p:spPr>
          <a:xfrm rot="16200000" flipH="1">
            <a:off x="4077770" y="4060969"/>
            <a:ext cx="8402" cy="2100080"/>
          </a:xfrm>
          <a:prstGeom prst="bentConnector3">
            <a:avLst>
              <a:gd name="adj1" fmla="val -2720781"/>
            </a:avLst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34A69021-8881-E829-F5EC-A10DB6931180}"/>
              </a:ext>
            </a:extLst>
          </p:cNvPr>
          <p:cNvSpPr/>
          <p:nvPr/>
        </p:nvSpPr>
        <p:spPr>
          <a:xfrm>
            <a:off x="5996834" y="5100458"/>
            <a:ext cx="50006" cy="146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6746ABD-16E2-C73E-8E48-1457E5819489}"/>
              </a:ext>
            </a:extLst>
          </p:cNvPr>
          <p:cNvSpPr/>
          <p:nvPr/>
        </p:nvSpPr>
        <p:spPr>
          <a:xfrm>
            <a:off x="5107008" y="5115210"/>
            <a:ext cx="50006" cy="146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6BFB5FC7-91F9-5C5A-0BED-89D69A3F3B33}"/>
              </a:ext>
            </a:extLst>
          </p:cNvPr>
          <p:cNvCxnSpPr>
            <a:cxnSpLocks/>
            <a:stCxn id="77" idx="1"/>
            <a:endCxn id="98" idx="0"/>
          </p:cNvCxnSpPr>
          <p:nvPr/>
        </p:nvCxnSpPr>
        <p:spPr>
          <a:xfrm rot="10800000" flipV="1">
            <a:off x="6021837" y="4225936"/>
            <a:ext cx="348158" cy="87452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1C38FB7-05CC-BC4B-EE49-3CC484F8609A}"/>
              </a:ext>
            </a:extLst>
          </p:cNvPr>
          <p:cNvSpPr txBox="1"/>
          <p:nvPr/>
        </p:nvSpPr>
        <p:spPr>
          <a:xfrm>
            <a:off x="5279977" y="4547652"/>
            <a:ext cx="97861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Ethernet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3FEE5DE-6A03-61A5-883D-95F4F0311995}"/>
              </a:ext>
            </a:extLst>
          </p:cNvPr>
          <p:cNvSpPr/>
          <p:nvPr/>
        </p:nvSpPr>
        <p:spPr>
          <a:xfrm rot="5400000">
            <a:off x="4743221" y="3129077"/>
            <a:ext cx="50006" cy="146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88D2184-4E18-A598-9B8F-BB92A3446629}"/>
              </a:ext>
            </a:extLst>
          </p:cNvPr>
          <p:cNvSpPr/>
          <p:nvPr/>
        </p:nvSpPr>
        <p:spPr>
          <a:xfrm rot="5400000">
            <a:off x="4757973" y="2927517"/>
            <a:ext cx="50006" cy="146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B3073CB-7ACE-BAB6-D561-93911587301F}"/>
              </a:ext>
            </a:extLst>
          </p:cNvPr>
          <p:cNvCxnSpPr>
            <a:cxnSpLocks/>
            <a:stCxn id="104" idx="2"/>
          </p:cNvCxnSpPr>
          <p:nvPr/>
        </p:nvCxnSpPr>
        <p:spPr>
          <a:xfrm flipH="1" flipV="1">
            <a:off x="2620221" y="2975577"/>
            <a:ext cx="20896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0370F47-7F6C-A7C1-8AB5-505386CABF95}"/>
              </a:ext>
            </a:extLst>
          </p:cNvPr>
          <p:cNvSpPr txBox="1"/>
          <p:nvPr/>
        </p:nvSpPr>
        <p:spPr>
          <a:xfrm>
            <a:off x="3506972" y="2997831"/>
            <a:ext cx="978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FireWire</a:t>
            </a:r>
          </a:p>
        </p:txBody>
      </p:sp>
    </p:spTree>
    <p:extLst>
      <p:ext uri="{BB962C8B-B14F-4D97-AF65-F5344CB8AC3E}">
        <p14:creationId xmlns:p14="http://schemas.microsoft.com/office/powerpoint/2010/main" val="403984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Kazanzides</dc:creator>
  <cp:lastModifiedBy>Peter Kazanzides</cp:lastModifiedBy>
  <cp:revision>3</cp:revision>
  <dcterms:created xsi:type="dcterms:W3CDTF">2026-05-21T01:15:10Z</dcterms:created>
  <dcterms:modified xsi:type="dcterms:W3CDTF">2026-05-21T01:49:11Z</dcterms:modified>
</cp:coreProperties>
</file>